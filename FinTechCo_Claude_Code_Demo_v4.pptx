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475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with FinTechCo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2514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0" y="35661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180 engineers ship faster,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controls your auditors expect.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5120640"/>
            <a:ext cx="201168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 Ottolini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Engineering, Anthropic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·  30 MINUTES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halves. Thirty minutes. Your time, your call.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623560" cy="4023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  ·  ~12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before we show.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am, why I'm here, and what I already heard.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questions. I listen more than I talk.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4846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playback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166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hearing, said out loud, so you can correct 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486400" cy="402336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  ·  ~18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then decide together.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154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minutes on a real codebase.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&amp; ROI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160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Code, not another tool. Your numbers.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40880" y="4846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&amp; next steps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5166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asks. None need procurement today.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topic needs more time, we stay there. The clock works for you, not against you.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·  FIRST HALF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 before I show you anything.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64008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1051560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3852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code review process look like today, and where does it tend to slow down?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64008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157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606040"/>
            <a:ext cx="1051560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1576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P1 incident happens, what's harder for your SREs — finding the issue or actually fixing it?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64008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8720" y="3383280"/>
            <a:ext cx="1051560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4930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of your engineers already using AI tools, officially or unofficially?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64008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0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88720" y="4160520"/>
            <a:ext cx="1051560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2702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security perspective, what's your biggest concern about bringing a tool like this in?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640080" cy="5943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88720" y="4937760"/>
            <a:ext cx="1051560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50474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success look like for you 90 days from now?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play back what I'm hearing before we move on. Correct me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·  PLAYBACK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on FinTechCo's plate, said out loud.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09728" cy="1920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regulated environment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and FFIEC oversight. Any new tool has to earn its seat, especially one that touches production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28800"/>
            <a:ext cx="109728" cy="1920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engineers, three different jobs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SWEs, SREs, and data scientists each face a different bottleneck. The answer can't be one-size-fits-all.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109728" cy="1920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active P1 that shouldn't have happened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double-charged, three days open. That hints at something worth looking at in cycle time and review signal.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931920"/>
            <a:ext cx="109728" cy="1920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without losing control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wants velocity. Audit wants evidence. Both answers need to come from the same system, or adoption stalls.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me where I'm wrong. This is the most valuable thirty seconds of the call.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0"/>
            <a:ext cx="365760" cy="64008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~12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open the terminal.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moments you'd see on Monday morning.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91440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1024128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9202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walkthrough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240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engineer's first morning. Claude reads the payment service and explains it back in under two minutes.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91440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63040" y="2880360"/>
            <a:ext cx="1024128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971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291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seconds to surface three hardcoded production secrets, a SQL injection, and an unauthenticated admin endpoint.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91440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463040" y="3931920"/>
            <a:ext cx="1024128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0233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with Safety Gate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343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P1 closes. Claude proposes the fix, you approve the diff, tests run. cust_A1B2 ends up correctly charged $99. Once.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91440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12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463040" y="4983480"/>
            <a:ext cx="1024128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5074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code 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5394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subagents run concurrently. They catch a missing test from the original acceptance criteria and a missing index.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SAW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minutes. Four moments. All measurable.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577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 of ramp-up, in two minutes.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walked the whole payment flow — routes, processor integration, tests. Context that usually takes a week of meetings.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577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11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 finding, before the auditor.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production secrets in git history, a SQL injection, an unauthenticated admin endpoint. ~45 seconds.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577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three-day P1, closed in four minutes.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proposed. Safety Gate opened. Diff approved. Tests green. cust_A1B2 charged $99, once. That's the incident.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577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4343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that catches what humans miss.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subagents in parallel flagged a missing test from acceptance criteria and a missing index that would only bite at your volume.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moment is measurable. That's the point of the pilot.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· 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isn't which AI tool. It's which problem you're solving.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92840" cy="45720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7830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Code for FinTechCo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11292840" cy="96012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3172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33172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autocomplete. Makes typing new code faster.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scope. No repo-wide reasoning, no plan step, no governance file.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33172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SRE at 2am needs the whole repo in working memory, not the next three lines.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1292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333756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editor. Strong for focused, single-file work.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33756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IDE-bound. Terminal-native, multi-service incidents are not its lane.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33756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CLI-first and spans the repo, which is how real incidents actually scope.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1292840" cy="96012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4340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/ autonomous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434340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long tasks without a human in the loop.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3434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the feature. In FFIEC, autonomy is the problem.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34340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waits for your engineer. The Safety Gate is the audit story you already need.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292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4924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generic chat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23160" y="534924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about code you paste.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534924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codebase context, no git history, no test execution, no policy file.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534924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paste 180 engineers of institutional knowledge into a chat box.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good at something. Claude Code is built for reasoning across a whole codebase, in a regulated environment, with a human in the loop.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· 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where another tool is the better answer — said out loud.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 you, I wouldn't buy Claude Code for these jobs.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matters more than a clean sweep. The pilot is built to tell you if this tool is right for the work you actually 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109728" cy="960120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529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primary need is IDE autocomplete only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1868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cheaper and purpose-built for that single lane. A pilot still gives you data to compare, but don't expect Claude Code to win on keystroke latency.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94760"/>
            <a:ext cx="109728" cy="960120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044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a fully unsupervised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27024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Devin's bet is autonomy. Ours is human-in-the-loop. If your regulator is comfortable with unsupervised writes, we're not optimizing for that.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846320"/>
            <a:ext cx="109728" cy="960120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956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a consumer chat UX for non-engineers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3218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and ChatGPT are the right surface for ad-hoc Q&amp;A. Claude Code assumes a terminal, a repo, and a git workflow.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 isn't to win the deck. My goal is for your team to feel, on day 30, that the pilot told the truth.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RETURN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framework, not a promise. We'll use your numbers.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92840" cy="45720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4984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129284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cycle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hours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4984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1292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→ first meaningful 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days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49840" y="3063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11292840" cy="5943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 diagnosis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49840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11292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findings at quarterly audit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49840" y="4343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937760"/>
            <a:ext cx="11292840" cy="12801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math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 saved per engineer per day  ×  $75/hr loaded cost  =  ~$1,500 per engineer per month.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58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runs ~$100 per engineer per month. It pays for itself in under two hours of saved 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ROLLOUT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weeks to a signal. Three months to a decision.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3703320" cy="45720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WEEKS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engineers: 2 SWEs, 1 SRE, 1 DS, 1 tech lead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 cycle time and incident MTTR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86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 needed to get started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5029200"/>
            <a:ext cx="3429000" cy="8229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74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I use this daily?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182880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828800"/>
            <a:ext cx="3703320" cy="45720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836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WEEKS 4–6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26280" y="31089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engineers across 1–2 more teams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5661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distributed via your repo template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40233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886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per-engineer setup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5029200"/>
            <a:ext cx="3429000" cy="8229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074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5303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delta real?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182880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1828800"/>
            <a:ext cx="3703320" cy="45720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18836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WEEKS 7–12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8412480" y="31089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180 engineers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35661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agreement and DPA in place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12480" y="4023360"/>
            <a:ext cx="73152" cy="7315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3886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evidence package in hand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66760" y="5029200"/>
            <a:ext cx="3429000" cy="82296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5074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5303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this ready for the board?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126480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setup: 30 minutes. I'll be on the call when your pilot engineers log in for the first time.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asks. None of them need procurement today.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9372600" cy="10972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65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overview, DPA, and SOC 2 report to your legal team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review starts in parallel, not in sequence.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828800" cy="10972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063240"/>
            <a:ext cx="9372600" cy="10972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2004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30-minute setup call with your designated pilot owner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3703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pilot engineers will be running before we hang 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828800" cy="10972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4297680"/>
            <a:ext cx="9372600" cy="10972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4348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readout using your team's real numbers, not my benchmarks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49377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whether a broader rollout makes sense.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92840" cy="6400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 on your side would feel best owning the pilot setup?”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0"/>
            <a:ext cx="365760" cy="64008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questions your team will ask next.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·  GOVERNANCE AS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180 engineers get the same rules on day one.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2402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Security rules, coding conventions, idempotency patterns, testing requirements — whatever Claude should respect.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1033272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9260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 to a template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32461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template picks it up. Any new repo your team spins up inherits the policy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23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371600" y="3840480"/>
            <a:ext cx="1033272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931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 for existing repos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2519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per-engineer configuration, no training session, no IT ticket.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822960" cy="86868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29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371600" y="4846320"/>
            <a:ext cx="10332720" cy="86868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49377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engineer, every time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52578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file before any change. Day one, 3am, unfamiliar service — same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 ·  DESIGNED FOR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things go wrong, here's what happens.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206240" cy="804672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proposes a wrong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699516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83080"/>
            <a:ext cx="6720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 shows full diff. Engineer declines. Zero side effects. Transcript captures the miss for your eval loop.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4206240" cy="804672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6090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incomplete or ambiguous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60904"/>
            <a:ext cx="699516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60904"/>
            <a:ext cx="6720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falls back to conservative defaults and flags the gap in its plan. Engineer can amend the policy file in the same PR.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4206240" cy="804672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3872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suite is thin or missing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538728"/>
            <a:ext cx="699516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538728"/>
            <a:ext cx="6720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hook reports "no coverage for this change" rather than silently passing. Scope coverage investment into Phase 2.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16552"/>
            <a:ext cx="4206240" cy="804672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165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api.anthropic.com is unreachable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4416552"/>
            <a:ext cx="699516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416552"/>
            <a:ext cx="6720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degrades to read-only. Engineers can inspect CLAUDE.md, read the codebase, prepare context. Writes resume when connection returns.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94376"/>
            <a:ext cx="4206240" cy="804672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9437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disagrees with a change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5294376"/>
            <a:ext cx="699516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5294376"/>
            <a:ext cx="6720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is the default. No commit, no artifact, no partial state. The session ends clean.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·  INTERNAL TOOL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plugs into Jira, Confluence, and your internal APIs.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400800" cy="4389120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ENGINEERS 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Linear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ticket context right into the session. No copy-paste, no tab-switching.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Notion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runbooks and architecture docs without leaving the terminal.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APIs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metrics, alert history, and service health in context during the task.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HTTP API becomes a capability. One engineer, a few hours, team-wide.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783080"/>
            <a:ext cx="4709160" cy="438912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IS SETUP?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2860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.claude/mcp.json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"jira":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"npx",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"args": ["@mcp/jira"],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"env": { "JIRA_URL": "..."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5166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C4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Jira setup. ~20 lines does it for a custom internal API. Configured once, the whole team benefits.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SECURITY, AND YOUR AUDITORS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answers to the questions you'll hear first.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9284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source code leave my machine?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783080"/>
            <a:ext cx="6355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Source files are read locally by the CLI. Only session text — the prompt Claude needs to reason — goes to the API. Nothing uploaded in bulk, nothing persisted.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60904"/>
            <a:ext cx="91440" cy="8046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60904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Anthropic training on my code?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2660904"/>
            <a:ext cx="6355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and it's contractual. The enterprise agreement forbids using API inputs for model training. I'll send the specific clause today.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1129284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38728"/>
            <a:ext cx="91440" cy="8046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38728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my audit trail look like?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3538728"/>
            <a:ext cx="6355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logged in the session transcript. CLAUDE.md is version-controlled policy. Every commit is attributed to an engineer.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16552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16552"/>
            <a:ext cx="91440" cy="8046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16552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deploy air-gapped?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4416552"/>
            <a:ext cx="6355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Private deployment configurations are available for air-gapped and on-prem. Send your compliance framework and I'll send the right docs.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94376"/>
            <a:ext cx="11292840" cy="804672"/>
          </a:xfrm>
          <a:prstGeom prst="rect">
            <a:avLst/>
          </a:prstGeom>
          <a:solidFill>
            <a:srgbClr val="E8E4D8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294376"/>
            <a:ext cx="91440" cy="8046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294376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network access does Claude Code need?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5294376"/>
            <a:ext cx="6355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to api.anthropic.com only. No inbound, no VPN or firewall exceptions beyond standard HTTPS outbound.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FinTechCo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Claude Code won't do, so you can plan around them.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replace your senior engineers.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6492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options and writes code. Seniors still own architecture and tradeoffs. Claude makes them faster, not redundant.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60904"/>
            <a:ext cx="91440" cy="804672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60904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eliminate code review.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660904"/>
            <a:ext cx="6492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plugin is Claude reviewing Claude's own work and it still flags issues. Human review still matters; it's just faster and more thorough.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38728"/>
            <a:ext cx="91440" cy="804672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38728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things wrong sometimes.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538728"/>
            <a:ext cx="6492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the Safety Gate, governance hooks, and human approval exist. Designed for a very-good-but-not-infallible tool.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16552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16552"/>
            <a:ext cx="91440" cy="804672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16552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fix a broken engineering culture.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4416552"/>
            <a:ext cx="6492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what's there. Good practices get more leverage. Bad practices move faster in the wrong direction. CLAUDE.md is how you encode the good ones.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94376"/>
            <a:ext cx="11292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294376"/>
            <a:ext cx="91440" cy="804672"/>
          </a:xfrm>
          <a:prstGeom prst="rect">
            <a:avLst/>
          </a:prstGeom>
          <a:solidFill>
            <a:srgbClr val="A85A3F"/>
          </a:solidFill>
          <a:ln w="12700">
            <a:solidFill>
              <a:srgbClr val="A85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294376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best with a real test suite.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5294376"/>
            <a:ext cx="6492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hook validates by running your tests. Thin tests = weak safety net. The pilot is a good moment to invest in coverage.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" cy="1828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pilot together.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end on a name and a date than a thank-you.  So — who on your side is the natural owner?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0"/>
            <a:ext cx="201168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 Ottolini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897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Engineering  ·  Anthropic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holdenstirling@gmail.com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2026-04-14T16:11:50Z</dcterms:created>
  <dcterms:modified xsi:type="dcterms:W3CDTF">2026-04-14T16:11:50Z</dcterms:modified>
</cp:coreProperties>
</file>